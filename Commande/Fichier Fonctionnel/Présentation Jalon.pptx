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Barlow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Barlow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Barlow-italic.fntdata"/><Relationship Id="rId14" Type="http://schemas.openxmlformats.org/officeDocument/2006/relationships/font" Target="fonts/Barlow-bold.fntdata"/><Relationship Id="rId16" Type="http://schemas.openxmlformats.org/officeDocument/2006/relationships/font" Target="fonts/Barlow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ba57a3e040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ba57a3e04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a57a3e040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ba57a3e040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ba57a3e109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ba57a3e109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ba57a3e109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ba57a3e109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e0ab404d2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e0ab404d2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ba57a3e109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ba57a3e109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rps 1">
  <p:cSld name="TITLE_AND_BODY_1">
    <p:bg>
      <p:bgPr>
        <a:gradFill>
          <a:gsLst>
            <a:gs pos="0">
              <a:schemeClr val="dk2"/>
            </a:gs>
            <a:gs pos="100000">
              <a:schemeClr val="lt2"/>
            </a:gs>
          </a:gsLst>
          <a:lin ang="16200038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716800" y="1028375"/>
            <a:ext cx="7710300" cy="3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  <a:defRPr sz="12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400"/>
              <a:buFont typeface="Arial"/>
              <a:buAutoNum type="alphaLcPeriod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400"/>
              <a:buFont typeface="Arial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400"/>
              <a:buFont typeface="Arial"/>
              <a:buAutoNum type="arabicPeriod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400"/>
              <a:buFont typeface="Arial"/>
              <a:buAutoNum type="alphaLcPeriod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400"/>
              <a:buFont typeface="Arial"/>
              <a:buAutoNum type="romanLcPeriod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400"/>
              <a:buFont typeface="Arial"/>
              <a:buAutoNum type="arabicPeriod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400"/>
              <a:buFont typeface="Arial"/>
              <a:buAutoNum type="alphaLcPeriod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400"/>
              <a:buFont typeface="Arial"/>
              <a:buAutoNum type="romanLcPeriod"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716800" y="455675"/>
            <a:ext cx="771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/>
          <p:nvPr/>
        </p:nvSpPr>
        <p:spPr>
          <a:xfrm>
            <a:off x="8443992" y="840453"/>
            <a:ext cx="702233" cy="1950142"/>
          </a:xfrm>
          <a:custGeom>
            <a:rect b="b" l="l" r="r" t="t"/>
            <a:pathLst>
              <a:path extrusionOk="0" h="80468" w="28976">
                <a:moveTo>
                  <a:pt x="27083" y="10166"/>
                </a:moveTo>
                <a:cubicBezTo>
                  <a:pt x="27473" y="10674"/>
                  <a:pt x="28975" y="16469"/>
                  <a:pt x="27375" y="18576"/>
                </a:cubicBezTo>
                <a:cubicBezTo>
                  <a:pt x="25756" y="20664"/>
                  <a:pt x="23336" y="19883"/>
                  <a:pt x="23141" y="22517"/>
                </a:cubicBezTo>
                <a:cubicBezTo>
                  <a:pt x="22946" y="25151"/>
                  <a:pt x="24897" y="26225"/>
                  <a:pt x="23922" y="28995"/>
                </a:cubicBezTo>
                <a:cubicBezTo>
                  <a:pt x="22946" y="31746"/>
                  <a:pt x="25561" y="35454"/>
                  <a:pt x="19083" y="41561"/>
                </a:cubicBezTo>
                <a:cubicBezTo>
                  <a:pt x="12585" y="47668"/>
                  <a:pt x="18654" y="52078"/>
                  <a:pt x="19415" y="53502"/>
                </a:cubicBezTo>
                <a:cubicBezTo>
                  <a:pt x="20176" y="54907"/>
                  <a:pt x="25190" y="59590"/>
                  <a:pt x="25932" y="66380"/>
                </a:cubicBezTo>
                <a:cubicBezTo>
                  <a:pt x="26810" y="74516"/>
                  <a:pt x="24468" y="80467"/>
                  <a:pt x="19219" y="80467"/>
                </a:cubicBezTo>
                <a:cubicBezTo>
                  <a:pt x="13951" y="80467"/>
                  <a:pt x="11025" y="78028"/>
                  <a:pt x="11025" y="78028"/>
                </a:cubicBezTo>
                <a:cubicBezTo>
                  <a:pt x="11025" y="78028"/>
                  <a:pt x="14088" y="73716"/>
                  <a:pt x="12917" y="69931"/>
                </a:cubicBezTo>
                <a:cubicBezTo>
                  <a:pt x="11746" y="66146"/>
                  <a:pt x="6361" y="64975"/>
                  <a:pt x="6537" y="59355"/>
                </a:cubicBezTo>
                <a:cubicBezTo>
                  <a:pt x="6732" y="53717"/>
                  <a:pt x="10127" y="51551"/>
                  <a:pt x="10342" y="47161"/>
                </a:cubicBezTo>
                <a:cubicBezTo>
                  <a:pt x="10537" y="42770"/>
                  <a:pt x="3766" y="38029"/>
                  <a:pt x="1874" y="29424"/>
                </a:cubicBezTo>
                <a:cubicBezTo>
                  <a:pt x="0" y="20820"/>
                  <a:pt x="7083" y="17230"/>
                  <a:pt x="7922" y="8859"/>
                </a:cubicBezTo>
                <a:cubicBezTo>
                  <a:pt x="8781" y="489"/>
                  <a:pt x="15473" y="1"/>
                  <a:pt x="17541" y="918"/>
                </a:cubicBezTo>
                <a:cubicBezTo>
                  <a:pt x="19571" y="1796"/>
                  <a:pt x="27083" y="10166"/>
                  <a:pt x="27083" y="10166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7583971" y="4501660"/>
            <a:ext cx="880538" cy="740967"/>
          </a:xfrm>
          <a:custGeom>
            <a:rect b="b" l="l" r="r" t="t"/>
            <a:pathLst>
              <a:path extrusionOk="0" h="11613" w="13801">
                <a:moveTo>
                  <a:pt x="9444" y="0"/>
                </a:moveTo>
                <a:cubicBezTo>
                  <a:pt x="7833" y="0"/>
                  <a:pt x="6570" y="3916"/>
                  <a:pt x="5156" y="5457"/>
                </a:cubicBezTo>
                <a:cubicBezTo>
                  <a:pt x="3673" y="7115"/>
                  <a:pt x="239" y="7779"/>
                  <a:pt x="83" y="9320"/>
                </a:cubicBezTo>
                <a:cubicBezTo>
                  <a:pt x="0" y="10448"/>
                  <a:pt x="1405" y="11612"/>
                  <a:pt x="3877" y="11612"/>
                </a:cubicBezTo>
                <a:cubicBezTo>
                  <a:pt x="5467" y="11612"/>
                  <a:pt x="7498" y="11130"/>
                  <a:pt x="9859" y="9847"/>
                </a:cubicBezTo>
                <a:cubicBezTo>
                  <a:pt x="9859" y="9847"/>
                  <a:pt x="13800" y="7798"/>
                  <a:pt x="13800" y="6706"/>
                </a:cubicBezTo>
                <a:cubicBezTo>
                  <a:pt x="13800" y="5594"/>
                  <a:pt x="11576" y="5516"/>
                  <a:pt x="10951" y="4481"/>
                </a:cubicBezTo>
                <a:cubicBezTo>
                  <a:pt x="10346" y="3447"/>
                  <a:pt x="11634" y="755"/>
                  <a:pt x="9820" y="72"/>
                </a:cubicBezTo>
                <a:cubicBezTo>
                  <a:pt x="9692" y="23"/>
                  <a:pt x="9567" y="0"/>
                  <a:pt x="9444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 rot="-929517">
            <a:off x="8446483" y="4481710"/>
            <a:ext cx="697261" cy="780876"/>
          </a:xfrm>
          <a:custGeom>
            <a:rect b="b" l="l" r="r" t="t"/>
            <a:pathLst>
              <a:path extrusionOk="0" h="11101" w="9913">
                <a:moveTo>
                  <a:pt x="6984" y="1"/>
                </a:moveTo>
                <a:cubicBezTo>
                  <a:pt x="4638" y="1"/>
                  <a:pt x="3110" y="2095"/>
                  <a:pt x="2869" y="4506"/>
                </a:cubicBezTo>
                <a:cubicBezTo>
                  <a:pt x="2635" y="7042"/>
                  <a:pt x="1" y="8662"/>
                  <a:pt x="1" y="8662"/>
                </a:cubicBezTo>
                <a:cubicBezTo>
                  <a:pt x="1" y="8662"/>
                  <a:pt x="8137" y="11101"/>
                  <a:pt x="8391" y="11101"/>
                </a:cubicBezTo>
                <a:cubicBezTo>
                  <a:pt x="8625" y="11101"/>
                  <a:pt x="9913" y="272"/>
                  <a:pt x="7357" y="18"/>
                </a:cubicBezTo>
                <a:cubicBezTo>
                  <a:pt x="7230" y="6"/>
                  <a:pt x="7106" y="1"/>
                  <a:pt x="6984" y="1"/>
                </a:cubicBezTo>
                <a:close/>
              </a:path>
            </a:pathLst>
          </a:custGeom>
          <a:solidFill>
            <a:srgbClr val="0088D3">
              <a:alpha val="275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8336604" y="-184839"/>
            <a:ext cx="807397" cy="1853745"/>
          </a:xfrm>
          <a:custGeom>
            <a:rect b="b" l="l" r="r" t="t"/>
            <a:pathLst>
              <a:path extrusionOk="0" h="18459" w="8040">
                <a:moveTo>
                  <a:pt x="1854" y="1"/>
                </a:moveTo>
                <a:lnTo>
                  <a:pt x="1" y="586"/>
                </a:lnTo>
                <a:cubicBezTo>
                  <a:pt x="1" y="586"/>
                  <a:pt x="703" y="4196"/>
                  <a:pt x="3240" y="4996"/>
                </a:cubicBezTo>
                <a:cubicBezTo>
                  <a:pt x="5776" y="5815"/>
                  <a:pt x="5054" y="7786"/>
                  <a:pt x="4762" y="10108"/>
                </a:cubicBezTo>
                <a:cubicBezTo>
                  <a:pt x="4547" y="11903"/>
                  <a:pt x="5327" y="17756"/>
                  <a:pt x="8040" y="18459"/>
                </a:cubicBezTo>
                <a:lnTo>
                  <a:pt x="8040" y="937"/>
                </a:lnTo>
                <a:lnTo>
                  <a:pt x="1854" y="1"/>
                </a:ln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26223" y="-22878"/>
            <a:ext cx="673666" cy="1085328"/>
          </a:xfrm>
          <a:custGeom>
            <a:rect b="b" l="l" r="r" t="t"/>
            <a:pathLst>
              <a:path extrusionOk="0" h="15650" w="9714">
                <a:moveTo>
                  <a:pt x="9191" y="1"/>
                </a:moveTo>
                <a:lnTo>
                  <a:pt x="1" y="372"/>
                </a:lnTo>
                <a:cubicBezTo>
                  <a:pt x="1" y="372"/>
                  <a:pt x="3884" y="2537"/>
                  <a:pt x="3923" y="4235"/>
                </a:cubicBezTo>
                <a:cubicBezTo>
                  <a:pt x="4001" y="5952"/>
                  <a:pt x="3415" y="8566"/>
                  <a:pt x="5269" y="9464"/>
                </a:cubicBezTo>
                <a:cubicBezTo>
                  <a:pt x="8235" y="10888"/>
                  <a:pt x="7142" y="14947"/>
                  <a:pt x="7806" y="15493"/>
                </a:cubicBezTo>
                <a:cubicBezTo>
                  <a:pt x="7932" y="15600"/>
                  <a:pt x="8053" y="15649"/>
                  <a:pt x="8169" y="15649"/>
                </a:cubicBezTo>
                <a:cubicBezTo>
                  <a:pt x="9132" y="15649"/>
                  <a:pt x="9713" y="12264"/>
                  <a:pt x="9191" y="10401"/>
                </a:cubicBezTo>
                <a:cubicBezTo>
                  <a:pt x="8215" y="6908"/>
                  <a:pt x="7162" y="5386"/>
                  <a:pt x="7493" y="3610"/>
                </a:cubicBezTo>
                <a:cubicBezTo>
                  <a:pt x="7806" y="1835"/>
                  <a:pt x="9191" y="1"/>
                  <a:pt x="9191" y="1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-69881" y="3614958"/>
            <a:ext cx="572012" cy="680471"/>
          </a:xfrm>
          <a:custGeom>
            <a:rect b="b" l="l" r="r" t="t"/>
            <a:pathLst>
              <a:path extrusionOk="0" h="14114" w="11865">
                <a:moveTo>
                  <a:pt x="7408" y="1"/>
                </a:moveTo>
                <a:cubicBezTo>
                  <a:pt x="7217" y="1"/>
                  <a:pt x="7032" y="52"/>
                  <a:pt x="6857" y="161"/>
                </a:cubicBezTo>
                <a:cubicBezTo>
                  <a:pt x="4925" y="1391"/>
                  <a:pt x="7520" y="6015"/>
                  <a:pt x="4262" y="7205"/>
                </a:cubicBezTo>
                <a:cubicBezTo>
                  <a:pt x="1023" y="8434"/>
                  <a:pt x="203" y="11946"/>
                  <a:pt x="203" y="11946"/>
                </a:cubicBezTo>
                <a:cubicBezTo>
                  <a:pt x="1" y="13213"/>
                  <a:pt x="571" y="14114"/>
                  <a:pt x="1365" y="14114"/>
                </a:cubicBezTo>
                <a:cubicBezTo>
                  <a:pt x="2027" y="14114"/>
                  <a:pt x="2844" y="13488"/>
                  <a:pt x="3501" y="11927"/>
                </a:cubicBezTo>
                <a:cubicBezTo>
                  <a:pt x="5003" y="8512"/>
                  <a:pt x="10096" y="9898"/>
                  <a:pt x="11013" y="7381"/>
                </a:cubicBezTo>
                <a:cubicBezTo>
                  <a:pt x="11864" y="5127"/>
                  <a:pt x="9327" y="1"/>
                  <a:pt x="7408" y="1"/>
                </a:cubicBezTo>
                <a:close/>
              </a:path>
            </a:pathLst>
          </a:custGeom>
          <a:solidFill>
            <a:srgbClr val="08214A">
              <a:alpha val="352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-31375" y="4461840"/>
            <a:ext cx="702196" cy="718231"/>
          </a:xfrm>
          <a:custGeom>
            <a:rect b="b" l="l" r="r" t="t"/>
            <a:pathLst>
              <a:path extrusionOk="0" h="7983" w="7805">
                <a:moveTo>
                  <a:pt x="6335" y="0"/>
                </a:moveTo>
                <a:cubicBezTo>
                  <a:pt x="5439" y="0"/>
                  <a:pt x="4279" y="1310"/>
                  <a:pt x="3493" y="1310"/>
                </a:cubicBezTo>
                <a:cubicBezTo>
                  <a:pt x="2517" y="1310"/>
                  <a:pt x="1742" y="155"/>
                  <a:pt x="346" y="155"/>
                </a:cubicBezTo>
                <a:cubicBezTo>
                  <a:pt x="235" y="155"/>
                  <a:pt x="120" y="162"/>
                  <a:pt x="0" y="178"/>
                </a:cubicBezTo>
                <a:lnTo>
                  <a:pt x="0" y="7983"/>
                </a:lnTo>
                <a:lnTo>
                  <a:pt x="5678" y="7983"/>
                </a:lnTo>
                <a:lnTo>
                  <a:pt x="5678" y="7963"/>
                </a:lnTo>
                <a:cubicBezTo>
                  <a:pt x="5678" y="7963"/>
                  <a:pt x="4761" y="6461"/>
                  <a:pt x="4995" y="5251"/>
                </a:cubicBezTo>
                <a:cubicBezTo>
                  <a:pt x="5229" y="4061"/>
                  <a:pt x="7805" y="1622"/>
                  <a:pt x="7083" y="471"/>
                </a:cubicBezTo>
                <a:cubicBezTo>
                  <a:pt x="6873" y="130"/>
                  <a:pt x="6617" y="0"/>
                  <a:pt x="6335" y="0"/>
                </a:cubicBezTo>
                <a:close/>
              </a:path>
            </a:pathLst>
          </a:custGeom>
          <a:solidFill>
            <a:srgbClr val="740FA3">
              <a:alpha val="257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-24181" y="-22898"/>
            <a:ext cx="702217" cy="2975656"/>
          </a:xfrm>
          <a:custGeom>
            <a:rect b="b" l="l" r="r" t="t"/>
            <a:pathLst>
              <a:path extrusionOk="0" h="40683" w="9601">
                <a:moveTo>
                  <a:pt x="0" y="0"/>
                </a:moveTo>
                <a:lnTo>
                  <a:pt x="0" y="40682"/>
                </a:lnTo>
                <a:lnTo>
                  <a:pt x="39" y="40682"/>
                </a:lnTo>
                <a:cubicBezTo>
                  <a:pt x="39" y="40682"/>
                  <a:pt x="98" y="34263"/>
                  <a:pt x="3298" y="31317"/>
                </a:cubicBezTo>
                <a:cubicBezTo>
                  <a:pt x="6517" y="28351"/>
                  <a:pt x="9600" y="28429"/>
                  <a:pt x="8683" y="25014"/>
                </a:cubicBezTo>
                <a:cubicBezTo>
                  <a:pt x="7786" y="21619"/>
                  <a:pt x="4722" y="21873"/>
                  <a:pt x="3610" y="19180"/>
                </a:cubicBezTo>
                <a:cubicBezTo>
                  <a:pt x="2517" y="16488"/>
                  <a:pt x="3688" y="15922"/>
                  <a:pt x="2478" y="13717"/>
                </a:cubicBezTo>
                <a:cubicBezTo>
                  <a:pt x="1249" y="11551"/>
                  <a:pt x="976" y="8254"/>
                  <a:pt x="2596" y="5698"/>
                </a:cubicBezTo>
                <a:cubicBezTo>
                  <a:pt x="4195" y="3142"/>
                  <a:pt x="3610" y="547"/>
                  <a:pt x="3025" y="0"/>
                </a:cubicBezTo>
                <a:close/>
              </a:path>
            </a:pathLst>
          </a:custGeom>
          <a:solidFill>
            <a:srgbClr val="00C970">
              <a:alpha val="2888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" name="Google Shape;61;p13"/>
          <p:cNvGrpSpPr/>
          <p:nvPr/>
        </p:nvGrpSpPr>
        <p:grpSpPr>
          <a:xfrm>
            <a:off x="-1087568" y="-1126448"/>
            <a:ext cx="2274300" cy="2274300"/>
            <a:chOff x="-1087568" y="-1126448"/>
            <a:chExt cx="2274300" cy="2274300"/>
          </a:xfrm>
        </p:grpSpPr>
        <p:sp>
          <p:nvSpPr>
            <p:cNvPr id="62" name="Google Shape;62;p13"/>
            <p:cNvSpPr/>
            <p:nvPr/>
          </p:nvSpPr>
          <p:spPr>
            <a:xfrm>
              <a:off x="-666048" y="-704929"/>
              <a:ext cx="1431300" cy="14313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-888188" y="-927068"/>
              <a:ext cx="1875600" cy="1875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-1087568" y="-1126448"/>
              <a:ext cx="2274300" cy="22743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-462675" y="-474825"/>
              <a:ext cx="1024500" cy="10245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" name="Google Shape;66;p13"/>
          <p:cNvGrpSpPr/>
          <p:nvPr/>
        </p:nvGrpSpPr>
        <p:grpSpPr>
          <a:xfrm>
            <a:off x="8000382" y="4004977"/>
            <a:ext cx="2274300" cy="2274300"/>
            <a:chOff x="-1087568" y="-1126448"/>
            <a:chExt cx="2274300" cy="2274300"/>
          </a:xfrm>
        </p:grpSpPr>
        <p:sp>
          <p:nvSpPr>
            <p:cNvPr id="67" name="Google Shape;67;p13"/>
            <p:cNvSpPr/>
            <p:nvPr/>
          </p:nvSpPr>
          <p:spPr>
            <a:xfrm>
              <a:off x="-666048" y="-704929"/>
              <a:ext cx="1431300" cy="14313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-888188" y="-927068"/>
              <a:ext cx="1875600" cy="1875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-1087568" y="-1126448"/>
              <a:ext cx="2274300" cy="22743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-462675" y="-474825"/>
              <a:ext cx="1024500" cy="10245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" name="Google Shape;71;p13"/>
          <p:cNvSpPr/>
          <p:nvPr/>
        </p:nvSpPr>
        <p:spPr>
          <a:xfrm>
            <a:off x="855300" y="146550"/>
            <a:ext cx="190750" cy="252700"/>
          </a:xfrm>
          <a:custGeom>
            <a:rect b="b" l="l" r="r" t="t"/>
            <a:pathLst>
              <a:path extrusionOk="0" h="10108" w="763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3"/>
          <p:cNvSpPr/>
          <p:nvPr/>
        </p:nvSpPr>
        <p:spPr>
          <a:xfrm>
            <a:off x="8874400" y="3919263"/>
            <a:ext cx="152700" cy="203425"/>
          </a:xfrm>
          <a:custGeom>
            <a:rect b="b" l="l" r="r" t="t"/>
            <a:pathLst>
              <a:path extrusionOk="0" h="8137" w="6108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/>
          <p:nvPr/>
        </p:nvSpPr>
        <p:spPr>
          <a:xfrm>
            <a:off x="327950" y="4402825"/>
            <a:ext cx="288319" cy="381981"/>
          </a:xfrm>
          <a:custGeom>
            <a:rect b="b" l="l" r="r" t="t"/>
            <a:pathLst>
              <a:path extrusionOk="0" h="10108" w="763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/>
          <p:nvPr/>
        </p:nvSpPr>
        <p:spPr>
          <a:xfrm>
            <a:off x="442100" y="4842137"/>
            <a:ext cx="60026" cy="60000"/>
          </a:xfrm>
          <a:custGeom>
            <a:rect b="b" l="l" r="r" t="t"/>
            <a:pathLst>
              <a:path extrusionOk="0" h="3376" w="3377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3"/>
          <p:cNvSpPr/>
          <p:nvPr/>
        </p:nvSpPr>
        <p:spPr>
          <a:xfrm>
            <a:off x="8699738" y="235800"/>
            <a:ext cx="190750" cy="252700"/>
          </a:xfrm>
          <a:custGeom>
            <a:rect b="b" l="l" r="r" t="t"/>
            <a:pathLst>
              <a:path extrusionOk="0" h="10108" w="7630">
                <a:moveTo>
                  <a:pt x="3845" y="1"/>
                </a:moveTo>
                <a:lnTo>
                  <a:pt x="3279" y="3552"/>
                </a:lnTo>
                <a:cubicBezTo>
                  <a:pt x="3259" y="3747"/>
                  <a:pt x="3181" y="3942"/>
                  <a:pt x="3064" y="4098"/>
                </a:cubicBezTo>
                <a:cubicBezTo>
                  <a:pt x="2303" y="3357"/>
                  <a:pt x="1523" y="2654"/>
                  <a:pt x="840" y="2089"/>
                </a:cubicBezTo>
                <a:lnTo>
                  <a:pt x="840" y="2089"/>
                </a:lnTo>
                <a:cubicBezTo>
                  <a:pt x="1406" y="2771"/>
                  <a:pt x="2108" y="3552"/>
                  <a:pt x="2849" y="4313"/>
                </a:cubicBezTo>
                <a:cubicBezTo>
                  <a:pt x="2693" y="4430"/>
                  <a:pt x="2537" y="4528"/>
                  <a:pt x="2342" y="4547"/>
                </a:cubicBezTo>
                <a:lnTo>
                  <a:pt x="1" y="5035"/>
                </a:lnTo>
                <a:lnTo>
                  <a:pt x="2342" y="5523"/>
                </a:lnTo>
                <a:cubicBezTo>
                  <a:pt x="2537" y="5581"/>
                  <a:pt x="2693" y="5659"/>
                  <a:pt x="2849" y="5776"/>
                </a:cubicBezTo>
                <a:cubicBezTo>
                  <a:pt x="2108" y="6537"/>
                  <a:pt x="1406" y="7318"/>
                  <a:pt x="820" y="8001"/>
                </a:cubicBezTo>
                <a:cubicBezTo>
                  <a:pt x="1503" y="7435"/>
                  <a:pt x="2284" y="6732"/>
                  <a:pt x="3045" y="5991"/>
                </a:cubicBezTo>
                <a:cubicBezTo>
                  <a:pt x="3162" y="6147"/>
                  <a:pt x="3240" y="6342"/>
                  <a:pt x="3259" y="6537"/>
                </a:cubicBezTo>
                <a:lnTo>
                  <a:pt x="3767" y="10108"/>
                </a:lnTo>
                <a:lnTo>
                  <a:pt x="4293" y="6537"/>
                </a:lnTo>
                <a:cubicBezTo>
                  <a:pt x="4313" y="6342"/>
                  <a:pt x="4410" y="6147"/>
                  <a:pt x="4508" y="5991"/>
                </a:cubicBezTo>
                <a:cubicBezTo>
                  <a:pt x="5406" y="6849"/>
                  <a:pt x="6205" y="7571"/>
                  <a:pt x="6732" y="8001"/>
                </a:cubicBezTo>
                <a:cubicBezTo>
                  <a:pt x="6362" y="7513"/>
                  <a:pt x="5620" y="6693"/>
                  <a:pt x="4781" y="5796"/>
                </a:cubicBezTo>
                <a:cubicBezTo>
                  <a:pt x="4918" y="5679"/>
                  <a:pt x="5093" y="5581"/>
                  <a:pt x="5288" y="5562"/>
                </a:cubicBezTo>
                <a:lnTo>
                  <a:pt x="7630" y="5074"/>
                </a:lnTo>
                <a:lnTo>
                  <a:pt x="5288" y="4586"/>
                </a:lnTo>
                <a:cubicBezTo>
                  <a:pt x="5093" y="4528"/>
                  <a:pt x="4918" y="4450"/>
                  <a:pt x="4781" y="4332"/>
                </a:cubicBezTo>
                <a:cubicBezTo>
                  <a:pt x="5620" y="3435"/>
                  <a:pt x="6381" y="2635"/>
                  <a:pt x="6791" y="2108"/>
                </a:cubicBezTo>
                <a:lnTo>
                  <a:pt x="6791" y="2108"/>
                </a:lnTo>
                <a:cubicBezTo>
                  <a:pt x="6284" y="2537"/>
                  <a:pt x="5484" y="3259"/>
                  <a:pt x="4586" y="4118"/>
                </a:cubicBezTo>
                <a:cubicBezTo>
                  <a:pt x="4449" y="3962"/>
                  <a:pt x="4391" y="3767"/>
                  <a:pt x="4352" y="3571"/>
                </a:cubicBezTo>
                <a:lnTo>
                  <a:pt x="38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3"/>
          <p:cNvSpPr/>
          <p:nvPr/>
        </p:nvSpPr>
        <p:spPr>
          <a:xfrm>
            <a:off x="125200" y="175812"/>
            <a:ext cx="60026" cy="60000"/>
          </a:xfrm>
          <a:custGeom>
            <a:rect b="b" l="l" r="r" t="t"/>
            <a:pathLst>
              <a:path extrusionOk="0" h="3376" w="3377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3"/>
          <p:cNvSpPr/>
          <p:nvPr/>
        </p:nvSpPr>
        <p:spPr>
          <a:xfrm>
            <a:off x="8424174" y="4812400"/>
            <a:ext cx="119529" cy="119477"/>
          </a:xfrm>
          <a:custGeom>
            <a:rect b="b" l="l" r="r" t="t"/>
            <a:pathLst>
              <a:path extrusionOk="0" h="3376" w="3377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3"/>
          <p:cNvSpPr/>
          <p:nvPr/>
        </p:nvSpPr>
        <p:spPr>
          <a:xfrm>
            <a:off x="8608325" y="3446562"/>
            <a:ext cx="60026" cy="60000"/>
          </a:xfrm>
          <a:custGeom>
            <a:rect b="b" l="l" r="r" t="t"/>
            <a:pathLst>
              <a:path extrusionOk="0" h="3376" w="3377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3"/>
          <p:cNvSpPr/>
          <p:nvPr/>
        </p:nvSpPr>
        <p:spPr>
          <a:xfrm>
            <a:off x="8920738" y="712037"/>
            <a:ext cx="60026" cy="60000"/>
          </a:xfrm>
          <a:custGeom>
            <a:rect b="b" l="l" r="r" t="t"/>
            <a:pathLst>
              <a:path extrusionOk="0" h="3376" w="3377">
                <a:moveTo>
                  <a:pt x="1698" y="0"/>
                </a:moveTo>
                <a:cubicBezTo>
                  <a:pt x="762" y="0"/>
                  <a:pt x="1" y="761"/>
                  <a:pt x="1" y="1698"/>
                </a:cubicBezTo>
                <a:cubicBezTo>
                  <a:pt x="1" y="2615"/>
                  <a:pt x="762" y="3376"/>
                  <a:pt x="1698" y="3376"/>
                </a:cubicBezTo>
                <a:cubicBezTo>
                  <a:pt x="2615" y="3376"/>
                  <a:pt x="3376" y="2615"/>
                  <a:pt x="3376" y="1698"/>
                </a:cubicBezTo>
                <a:cubicBezTo>
                  <a:pt x="3376" y="761"/>
                  <a:pt x="2615" y="0"/>
                  <a:pt x="1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3"/>
          <p:cNvSpPr/>
          <p:nvPr/>
        </p:nvSpPr>
        <p:spPr>
          <a:xfrm>
            <a:off x="78863" y="3801538"/>
            <a:ext cx="152700" cy="203425"/>
          </a:xfrm>
          <a:custGeom>
            <a:rect b="b" l="l" r="r" t="t"/>
            <a:pathLst>
              <a:path extrusionOk="0" h="8137" w="6108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2553123" y="4814620"/>
            <a:ext cx="119518" cy="159221"/>
          </a:xfrm>
          <a:custGeom>
            <a:rect b="b" l="l" r="r" t="t"/>
            <a:pathLst>
              <a:path extrusionOk="0" h="8137" w="6108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7357023" y="126195"/>
            <a:ext cx="119518" cy="159221"/>
          </a:xfrm>
          <a:custGeom>
            <a:rect b="b" l="l" r="r" t="t"/>
            <a:pathLst>
              <a:path extrusionOk="0" h="8137" w="6108">
                <a:moveTo>
                  <a:pt x="3064" y="0"/>
                </a:moveTo>
                <a:lnTo>
                  <a:pt x="2635" y="2869"/>
                </a:lnTo>
                <a:cubicBezTo>
                  <a:pt x="2596" y="3259"/>
                  <a:pt x="2283" y="3610"/>
                  <a:pt x="1893" y="3669"/>
                </a:cubicBezTo>
                <a:lnTo>
                  <a:pt x="1" y="4059"/>
                </a:lnTo>
                <a:lnTo>
                  <a:pt x="1893" y="4449"/>
                </a:lnTo>
                <a:cubicBezTo>
                  <a:pt x="2283" y="4527"/>
                  <a:pt x="2596" y="4878"/>
                  <a:pt x="2635" y="5268"/>
                </a:cubicBezTo>
                <a:lnTo>
                  <a:pt x="3064" y="8137"/>
                </a:lnTo>
                <a:lnTo>
                  <a:pt x="3474" y="5268"/>
                </a:lnTo>
                <a:cubicBezTo>
                  <a:pt x="3513" y="4878"/>
                  <a:pt x="3844" y="4527"/>
                  <a:pt x="4235" y="4449"/>
                </a:cubicBezTo>
                <a:lnTo>
                  <a:pt x="6108" y="4059"/>
                </a:lnTo>
                <a:lnTo>
                  <a:pt x="4235" y="3669"/>
                </a:lnTo>
                <a:cubicBezTo>
                  <a:pt x="3844" y="3610"/>
                  <a:pt x="3513" y="3259"/>
                  <a:pt x="3474" y="2869"/>
                </a:cubicBezTo>
                <a:lnTo>
                  <a:pt x="30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ctrTitle"/>
          </p:nvPr>
        </p:nvSpPr>
        <p:spPr>
          <a:xfrm>
            <a:off x="311700" y="400800"/>
            <a:ext cx="8520600" cy="92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4300" u="sng"/>
              <a:t>IV) Commandes</a:t>
            </a:r>
            <a:endParaRPr b="1" sz="4300" u="sng"/>
          </a:p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387825" y="1496600"/>
            <a:ext cx="8520600" cy="27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u="sng"/>
              <a:t>Objectifs :</a:t>
            </a:r>
            <a:r>
              <a:rPr lang="fr" sz="1600"/>
              <a:t>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 sz="1600"/>
              <a:t>Rechercher et trouver des solutions aux besoins </a:t>
            </a:r>
            <a:r>
              <a:rPr lang="fr" sz="1600"/>
              <a:t>énergétiques</a:t>
            </a:r>
            <a:r>
              <a:rPr lang="fr" sz="1600"/>
              <a:t> des sous-parties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 sz="1600"/>
              <a:t>Choisir des composants électroniques adaptés aux performances demandées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 sz="1600"/>
              <a:t>Intégrer les composants électroniques sur le mini robot et la station hôte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" type="body"/>
          </p:nvPr>
        </p:nvSpPr>
        <p:spPr>
          <a:xfrm>
            <a:off x="606600" y="4738250"/>
            <a:ext cx="7930800" cy="4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fr" sz="1200">
                <a:solidFill>
                  <a:schemeClr val="dk1"/>
                </a:solidFill>
              </a:rPr>
              <a:t>Organigramme des composants électroniques</a:t>
            </a:r>
            <a:endParaRPr i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200"/>
          </a:p>
        </p:txBody>
      </p:sp>
      <p:pic>
        <p:nvPicPr>
          <p:cNvPr id="94" name="Google Shape;9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575" y="394870"/>
            <a:ext cx="9144000" cy="458585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 txBox="1"/>
          <p:nvPr>
            <p:ph idx="1" type="body"/>
          </p:nvPr>
        </p:nvSpPr>
        <p:spPr>
          <a:xfrm>
            <a:off x="148575" y="108450"/>
            <a:ext cx="4192500" cy="5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/>
              <a:t>Quels sont les besoins ?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62" y="1081175"/>
            <a:ext cx="8979076" cy="286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148575" y="184650"/>
            <a:ext cx="4192500" cy="5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/>
              <a:t>Comment répondre à ses besoins ?</a:t>
            </a:r>
            <a:r>
              <a:rPr lang="fr" sz="1600"/>
              <a:t>  </a:t>
            </a:r>
            <a:endParaRPr sz="1600"/>
          </a:p>
        </p:txBody>
      </p:sp>
      <p:sp>
        <p:nvSpPr>
          <p:cNvPr id="106" name="Google Shape;106;p17"/>
          <p:cNvSpPr txBox="1"/>
          <p:nvPr/>
        </p:nvSpPr>
        <p:spPr>
          <a:xfrm>
            <a:off x="4094975" y="518100"/>
            <a:ext cx="10359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Arduino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7" name="Google Shape;107;p17"/>
          <p:cNvCxnSpPr/>
          <p:nvPr/>
        </p:nvCxnSpPr>
        <p:spPr>
          <a:xfrm flipH="1">
            <a:off x="2426875" y="898304"/>
            <a:ext cx="1457400" cy="63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7"/>
          <p:cNvCxnSpPr/>
          <p:nvPr/>
        </p:nvCxnSpPr>
        <p:spPr>
          <a:xfrm>
            <a:off x="4580225" y="943446"/>
            <a:ext cx="11100" cy="58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150" y="1568527"/>
            <a:ext cx="1881400" cy="1411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7"/>
          <p:cNvCxnSpPr/>
          <p:nvPr/>
        </p:nvCxnSpPr>
        <p:spPr>
          <a:xfrm>
            <a:off x="5189175" y="853174"/>
            <a:ext cx="1544400" cy="6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1" name="Google Shape;11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2000" y="1584101"/>
            <a:ext cx="1754000" cy="13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 txBox="1"/>
          <p:nvPr/>
        </p:nvSpPr>
        <p:spPr>
          <a:xfrm>
            <a:off x="1161250" y="1521150"/>
            <a:ext cx="1384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</a:rPr>
              <a:t>Station Hôte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6175" y="1754988"/>
            <a:ext cx="1384201" cy="10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 txBox="1"/>
          <p:nvPr/>
        </p:nvSpPr>
        <p:spPr>
          <a:xfrm>
            <a:off x="3635825" y="1521150"/>
            <a:ext cx="23571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</a:rPr>
              <a:t>Manette de commande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6716800" y="1521150"/>
            <a:ext cx="1384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</a:rPr>
              <a:t>Mini Robot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1165725" y="2710575"/>
            <a:ext cx="12612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</a:rPr>
              <a:t>Mega 2560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4183775" y="2710575"/>
            <a:ext cx="12612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</a:rPr>
              <a:t>Uno R3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7083075" y="2717625"/>
            <a:ext cx="6618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</a:rPr>
              <a:t>Nano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119" name="Google Shape;119;p17"/>
          <p:cNvPicPr preferRelativeResize="0"/>
          <p:nvPr/>
        </p:nvPicPr>
        <p:blipFill rotWithShape="1">
          <a:blip r:embed="rId6">
            <a:alphaModFix/>
          </a:blip>
          <a:srcRect b="28039" l="43111" r="8477" t="29022"/>
          <a:stretch/>
        </p:blipFill>
        <p:spPr>
          <a:xfrm rot="10800000">
            <a:off x="1160150" y="3498801"/>
            <a:ext cx="998500" cy="67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/>
          <p:cNvPicPr preferRelativeResize="0"/>
          <p:nvPr/>
        </p:nvPicPr>
        <p:blipFill rotWithShape="1">
          <a:blip r:embed="rId6">
            <a:alphaModFix/>
          </a:blip>
          <a:srcRect b="18360" l="7297" r="55963" t="23096"/>
          <a:stretch/>
        </p:blipFill>
        <p:spPr>
          <a:xfrm>
            <a:off x="2207277" y="3498809"/>
            <a:ext cx="661800" cy="80679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/>
          <p:nvPr/>
        </p:nvSpPr>
        <p:spPr>
          <a:xfrm>
            <a:off x="3079050" y="3608650"/>
            <a:ext cx="44742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Émetteur</a:t>
            </a:r>
            <a:r>
              <a:rPr lang="fr" sz="1800">
                <a:solidFill>
                  <a:schemeClr val="dk2"/>
                </a:solidFill>
              </a:rPr>
              <a:t>/Récepteur par radio fréquence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148575" y="184650"/>
            <a:ext cx="4192500" cy="5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/>
              <a:t>Comment est construit le code ?</a:t>
            </a:r>
            <a:endParaRPr sz="1600"/>
          </a:p>
        </p:txBody>
      </p:sp>
      <p:sp>
        <p:nvSpPr>
          <p:cNvPr id="127" name="Google Shape;127;p18"/>
          <p:cNvSpPr txBox="1"/>
          <p:nvPr/>
        </p:nvSpPr>
        <p:spPr>
          <a:xfrm>
            <a:off x="413175" y="1335150"/>
            <a:ext cx="6111600" cy="26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700">
                <a:solidFill>
                  <a:schemeClr val="dk2"/>
                </a:solidFill>
              </a:rPr>
              <a:t>Station Hôte : </a:t>
            </a:r>
            <a:endParaRPr b="1" sz="1700">
              <a:solidFill>
                <a:schemeClr val="dk2"/>
              </a:solidFill>
            </a:endParaRPr>
          </a:p>
          <a:p>
            <a:pPr indent="-336550" lvl="0" marL="45720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-"/>
            </a:pPr>
            <a:r>
              <a:rPr lang="fr" sz="1700">
                <a:solidFill>
                  <a:schemeClr val="dk2"/>
                </a:solidFill>
              </a:rPr>
              <a:t> l’utilisation et la coordination des moteurs 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-"/>
            </a:pPr>
            <a:r>
              <a:rPr lang="fr" sz="1700">
                <a:solidFill>
                  <a:schemeClr val="dk2"/>
                </a:solidFill>
              </a:rPr>
              <a:t>communication avec la manette de commande par radio-fréquence</a:t>
            </a:r>
            <a:endParaRPr sz="1700">
              <a:solidFill>
                <a:schemeClr val="dk2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700">
                <a:solidFill>
                  <a:schemeClr val="dk2"/>
                </a:solidFill>
              </a:rPr>
              <a:t>Manette de commande :</a:t>
            </a:r>
            <a:endParaRPr b="1" sz="1700">
              <a:solidFill>
                <a:schemeClr val="dk2"/>
              </a:solidFill>
            </a:endParaRPr>
          </a:p>
          <a:p>
            <a:pPr indent="-336550" lvl="0" marL="45720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-"/>
            </a:pPr>
            <a:r>
              <a:rPr lang="fr" sz="1700">
                <a:solidFill>
                  <a:schemeClr val="dk2"/>
                </a:solidFill>
              </a:rPr>
              <a:t>établir le signal par interface homme-machine</a:t>
            </a:r>
            <a:endParaRPr sz="1700">
              <a:solidFill>
                <a:schemeClr val="dk2"/>
              </a:solidFill>
            </a:endParaRPr>
          </a:p>
        </p:txBody>
      </p:sp>
      <p:pic>
        <p:nvPicPr>
          <p:cNvPr id="128" name="Google Shape;128;p18"/>
          <p:cNvPicPr preferRelativeResize="0"/>
          <p:nvPr/>
        </p:nvPicPr>
        <p:blipFill rotWithShape="1">
          <a:blip r:embed="rId3">
            <a:alphaModFix/>
          </a:blip>
          <a:srcRect b="2047" l="11787" r="6813" t="3193"/>
          <a:stretch/>
        </p:blipFill>
        <p:spPr>
          <a:xfrm>
            <a:off x="6565425" y="0"/>
            <a:ext cx="21507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100000">
              <a:schemeClr val="lt2"/>
            </a:gs>
          </a:gsLst>
          <a:lin ang="16198662" scaled="0"/>
        </a:gra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2585850" y="212900"/>
            <a:ext cx="39723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fr" sz="3000">
                <a:latin typeface="Barlow"/>
                <a:ea typeface="Barlow"/>
                <a:cs typeface="Barlow"/>
                <a:sym typeface="Barlow"/>
              </a:rPr>
              <a:t>Le choix de la batterie</a:t>
            </a:r>
            <a:endParaRPr b="1" sz="30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1084075" y="950400"/>
            <a:ext cx="18108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Alimenter le mini-robot 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35" name="Google Shape;135;p19"/>
          <p:cNvCxnSpPr>
            <a:stCxn id="134" idx="3"/>
            <a:endCxn id="136" idx="1"/>
          </p:cNvCxnSpPr>
          <p:nvPr/>
        </p:nvCxnSpPr>
        <p:spPr>
          <a:xfrm>
            <a:off x="2894875" y="1124400"/>
            <a:ext cx="61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p19"/>
          <p:cNvSpPr txBox="1"/>
          <p:nvPr/>
        </p:nvSpPr>
        <p:spPr>
          <a:xfrm>
            <a:off x="3514300" y="950400"/>
            <a:ext cx="23073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2 moteurs (≃ 1.5 A) + carte arduino + drivers + récepteur radio</a:t>
            </a:r>
            <a:endParaRPr b="1"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37" name="Google Shape;137;p19"/>
          <p:cNvCxnSpPr/>
          <p:nvPr/>
        </p:nvCxnSpPr>
        <p:spPr>
          <a:xfrm>
            <a:off x="4678000" y="1711600"/>
            <a:ext cx="3300" cy="59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" name="Google Shape;138;p19"/>
          <p:cNvSpPr txBox="1"/>
          <p:nvPr/>
        </p:nvSpPr>
        <p:spPr>
          <a:xfrm>
            <a:off x="1890825" y="2349575"/>
            <a:ext cx="55863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-"/>
            </a:pPr>
            <a:r>
              <a:rPr lang="f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Durée de fonctionnement : 5 min (calcul avec 10 min)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-"/>
            </a:pPr>
            <a:r>
              <a:rPr lang="f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Ampérage total : 6A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-"/>
            </a:pPr>
            <a:r>
              <a:rPr lang="f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Tension à délivrer : 5-12V (recommandation pour la carte arduino)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⇒ 1050 mAh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2105750" y="39926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Batterie lithium Ion 3S 3500mah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0" name="Google Shape;140;p19"/>
          <p:cNvPicPr preferRelativeResize="0"/>
          <p:nvPr/>
        </p:nvPicPr>
        <p:blipFill rotWithShape="1">
          <a:blip r:embed="rId3">
            <a:alphaModFix/>
          </a:blip>
          <a:srcRect b="11520" l="0" r="0" t="8754"/>
          <a:stretch/>
        </p:blipFill>
        <p:spPr>
          <a:xfrm>
            <a:off x="5576650" y="3604325"/>
            <a:ext cx="1476176" cy="117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/>
        </p:nvSpPr>
        <p:spPr>
          <a:xfrm>
            <a:off x="2698925" y="2319300"/>
            <a:ext cx="4431600" cy="10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rajouter le choix de la batterie 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parler des </a:t>
            </a:r>
            <a:r>
              <a:rPr lang="fr" sz="1800">
                <a:solidFill>
                  <a:schemeClr val="dk2"/>
                </a:solidFill>
              </a:rPr>
              <a:t>difficultés</a:t>
            </a:r>
            <a:r>
              <a:rPr lang="fr" sz="1800">
                <a:solidFill>
                  <a:schemeClr val="dk2"/>
                </a:solidFill>
              </a:rPr>
              <a:t> </a:t>
            </a:r>
            <a:r>
              <a:rPr lang="fr" sz="1800">
                <a:solidFill>
                  <a:schemeClr val="dk2"/>
                </a:solidFill>
              </a:rPr>
              <a:t>rencontrées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6" name="Google Shape;14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575" y="394870"/>
            <a:ext cx="9144000" cy="4585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